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803" r:id="rId2"/>
    <p:sldId id="833" r:id="rId3"/>
    <p:sldId id="824" r:id="rId4"/>
    <p:sldId id="828" r:id="rId5"/>
    <p:sldId id="805" r:id="rId6"/>
    <p:sldId id="829" r:id="rId7"/>
    <p:sldId id="834" r:id="rId8"/>
    <p:sldId id="832" r:id="rId9"/>
    <p:sldId id="830" r:id="rId10"/>
    <p:sldId id="83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7D472-59DC-4C3C-86CE-6108EDF082AD}" v="41" dt="2026-03-25T13:43:07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23" autoAdjust="0"/>
    <p:restoredTop sz="94660"/>
  </p:normalViewPr>
  <p:slideViewPr>
    <p:cSldViewPr snapToGrid="0">
      <p:cViewPr varScale="1">
        <p:scale>
          <a:sx n="82" d="100"/>
          <a:sy n="82" d="100"/>
        </p:scale>
        <p:origin x="2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450027" y="3646955"/>
            <a:ext cx="475013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			Product Name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569910" y="2804655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</a:t>
            </a: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Team members &amp; roles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86A05C-ECD7-453C-54E4-15EBE5AC8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13186"/>
              </p:ext>
            </p:extLst>
          </p:nvPr>
        </p:nvGraphicFramePr>
        <p:xfrm>
          <a:off x="2032000" y="1755648"/>
          <a:ext cx="812800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4734785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43797658"/>
                    </a:ext>
                  </a:extLst>
                </a:gridCol>
              </a:tblGrid>
              <a:tr h="560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6235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Likith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Lead and 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550714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Kushal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Customer Contact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39424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Tharun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200016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Yaswan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Marketing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919592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UX/UI Designer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5452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F6AE55-BB7B-B0F3-218C-E3D264A5C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220352"/>
              </p:ext>
            </p:extLst>
          </p:nvPr>
        </p:nvGraphicFramePr>
        <p:xfrm>
          <a:off x="2032000" y="5120640"/>
          <a:ext cx="8128000" cy="632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555121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68208043"/>
                    </a:ext>
                  </a:extLst>
                </a:gridCol>
              </a:tblGrid>
              <a:tr h="6329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Sumanth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           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841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6" y="395786"/>
            <a:ext cx="8308896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Modified Problem Statement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452" y="1444752"/>
            <a:ext cx="11081493" cy="3845003"/>
          </a:xfrm>
        </p:spPr>
        <p:txBody>
          <a:bodyPr spcFirstLastPara="1" vert="horz" wrap="square" lIns="121920" tIns="60960" rIns="121920" bIns="60960" rtlCol="0" anchor="t" anchorCtr="0">
            <a:normAutofit fontScale="92500"/>
          </a:bodyPr>
          <a:lstStyle/>
          <a:p>
            <a:pPr marL="457200" algn="just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Front-line employees experience high stress and burnout due to heavy workload</a:t>
            </a:r>
          </a:p>
          <a:p>
            <a:pPr marL="457200" algn="just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customer pressure.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+mj-lt"/>
              </a:rPr>
              <a:t>Organizations lack a real-time system to monitor employee mental well-being.</a:t>
            </a:r>
            <a:endParaRPr lang="en-US" sz="2400" dirty="0"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  <a:buNone/>
            </a:pPr>
            <a:r>
              <a:rPr lang="en-IN" sz="24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User</a:t>
            </a:r>
            <a:endParaRPr lang="en-US" sz="2400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Employees, Managers, </a:t>
            </a:r>
            <a:r>
              <a:rPr lang="en-IN" sz="24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HR,Service</a:t>
            </a:r>
            <a:r>
              <a:rPr lang="en-IN" sz="24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workers</a:t>
            </a:r>
            <a:endParaRPr lang="en-US" sz="2400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  <a:buNone/>
            </a:pPr>
            <a:r>
              <a:rPr lang="en-IN" sz="24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Success Criteria</a:t>
            </a:r>
            <a:endParaRPr lang="en-US" sz="2400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80% employees submit daily mood check-ins</a:t>
            </a:r>
            <a:endParaRPr lang="en-US" sz="2400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4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Stress detection accuracy above 85%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0" indent="0" algn="just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User/ Customer Understanding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160" y="1595806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Paste team members photos with potential customers  here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Then, show proof of your interviews – Q&amp;A 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(Open GitHub go to documents, open this customer interview document and show the assessors)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Ideal Customer Profile (ICP)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3445-0940-99F0-AB5E-58C8CA362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99" y="1463040"/>
            <a:ext cx="10801201" cy="432048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Demographic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Front-line employees (sales, support, service workers)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Managers and HR teams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Age: 22–45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IT, retail, service industries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+mj-lt"/>
            </a:endParaRPr>
          </a:p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Psychographic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Time-constrained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Productivity-focused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Prefer automation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Need quick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Value efficiency over complexity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096" y="304346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Customer Persona (CP)</a:t>
            </a: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6C9A-5673-235A-9BD4-3F585055F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096" y="1353312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 fontScale="92500" lnSpcReduction="10000"/>
          </a:bodyPr>
          <a:lstStyle/>
          <a:p>
            <a:pPr marL="0" indent="0">
              <a:spcBef>
                <a:spcPts val="27"/>
              </a:spcBef>
              <a:buNone/>
            </a:pPr>
            <a:r>
              <a:rPr lang="en-IN" sz="2600" dirty="0">
                <a:solidFill>
                  <a:schemeClr val="tx1"/>
                </a:solidFill>
              </a:rPr>
              <a:t>Demographic Profile </a:t>
            </a:r>
          </a:p>
          <a:p>
            <a:pPr marL="0" indent="0">
              <a:spcBef>
                <a:spcPts val="27"/>
              </a:spcBef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Name: Kalyan Reddy</a:t>
            </a: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Age: 24 years</a:t>
            </a: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Gender: Male</a:t>
            </a: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Location: Bangalore (urban city)</a:t>
            </a: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Education: </a:t>
            </a:r>
            <a:r>
              <a:rPr lang="en-US" dirty="0" err="1">
                <a:solidFill>
                  <a:schemeClr val="tx1"/>
                </a:solidFill>
              </a:rPr>
              <a:t>B.Tech</a:t>
            </a:r>
            <a:r>
              <a:rPr lang="en-US" dirty="0">
                <a:solidFill>
                  <a:schemeClr val="tx1"/>
                </a:solidFill>
              </a:rPr>
              <a:t> (Computer Science)</a:t>
            </a: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Occupation: Entry-level software engineer</a:t>
            </a: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Income:5-7 LPA</a:t>
            </a: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Tech Usage: Heavy Smartphone and Laptop user</a:t>
            </a: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4F8A3-DC10-490D-5211-E372B6BEE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Customer Persona (CP)</a:t>
            </a:r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19597-AA9D-EA10-A865-D92EC1B9C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33988"/>
            <a:ext cx="10801201" cy="4668739"/>
          </a:xfrm>
        </p:spPr>
        <p:txBody>
          <a:bodyPr/>
          <a:lstStyle/>
          <a:p>
            <a:pPr marL="76200" indent="0"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Psychographic Profile</a:t>
            </a:r>
          </a:p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Improve productivity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Manage work efficiently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Maintain work-life balance </a:t>
            </a:r>
          </a:p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Pain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Excess workload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Stress from deadlines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Lack of guidance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No proper feedback system </a:t>
            </a:r>
          </a:p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Uses apps daily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Prefers quick solutions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Avoids complex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Tech-savvy but impatient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Values speed and efficiency</a:t>
            </a:r>
          </a:p>
          <a:p>
            <a:pPr marL="76200" indent="0">
              <a:buNone/>
            </a:pPr>
            <a:endParaRPr lang="en-IN" dirty="0"/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17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Product USP</a:t>
            </a: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2972-71CF-5F3C-FC9D-E36A0D2D5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33988"/>
            <a:ext cx="10801201" cy="500222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USP Points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AI-Based Stress Detection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US" dirty="0">
                <a:solidFill>
                  <a:schemeClr val="tx1"/>
                </a:solidFill>
                <a:latin typeface="+mj-lt"/>
              </a:rPr>
              <a:t>Detects employee stress in real time using AI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Burnout Prediction System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US" dirty="0">
                <a:solidFill>
                  <a:schemeClr val="tx1"/>
                </a:solidFill>
                <a:latin typeface="+mj-lt"/>
              </a:rPr>
              <a:t>Identifies burnout risk before it happens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Weekly Well-Being Dashboard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US" dirty="0">
                <a:solidFill>
                  <a:schemeClr val="tx1"/>
                </a:solidFill>
                <a:latin typeface="+mj-lt"/>
              </a:rPr>
              <a:t>Provides actionable insights for managers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Gamified Stress Relief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US" dirty="0">
                <a:solidFill>
                  <a:schemeClr val="tx1"/>
                </a:solidFill>
                <a:latin typeface="+mj-lt"/>
              </a:rPr>
              <a:t>Includes games to improve mental health</a:t>
            </a:r>
          </a:p>
        </p:txBody>
      </p:sp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" y="219369"/>
            <a:ext cx="7045685" cy="83820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Use Cases &amp; High level Requirements</a:t>
            </a: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7B906-4426-C6E2-C50B-48EF5D33FC48}"/>
              </a:ext>
            </a:extLst>
          </p:cNvPr>
          <p:cNvSpPr txBox="1"/>
          <p:nvPr/>
        </p:nvSpPr>
        <p:spPr>
          <a:xfrm>
            <a:off x="695398" y="884391"/>
            <a:ext cx="3145080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Daily Mood Check-in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Stress Detection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Burnout Prediction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Task Management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Chatbot Interaction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7D0C96-DD23-2CD2-A588-E7B4D1049D6B}"/>
              </a:ext>
            </a:extLst>
          </p:cNvPr>
          <p:cNvSpPr txBox="1"/>
          <p:nvPr/>
        </p:nvSpPr>
        <p:spPr>
          <a:xfrm>
            <a:off x="274319" y="3228046"/>
            <a:ext cx="3566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Requirements Summary :-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D09EF5-4EC1-7F47-A1C2-576B3F71999E}"/>
              </a:ext>
            </a:extLst>
          </p:cNvPr>
          <p:cNvSpPr txBox="1"/>
          <p:nvPr/>
        </p:nvSpPr>
        <p:spPr>
          <a:xfrm>
            <a:off x="695400" y="3681900"/>
            <a:ext cx="2894076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Functional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Login system 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Dashboard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AI analysis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Task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8BD281-A274-E283-67BA-39CB43663386}"/>
              </a:ext>
            </a:extLst>
          </p:cNvPr>
          <p:cNvSpPr txBox="1"/>
          <p:nvPr/>
        </p:nvSpPr>
        <p:spPr>
          <a:xfrm>
            <a:off x="3143558" y="3685033"/>
            <a:ext cx="356616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/>
              <a:t>Non-Functional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Fast response (&lt;2 sec)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Secure data (JWT, encryption)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Scalable system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 availability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95E5E-9976-FAD6-9E67-74398DE319F4}"/>
              </a:ext>
            </a:extLst>
          </p:cNvPr>
          <p:cNvSpPr txBox="1"/>
          <p:nvPr/>
        </p:nvSpPr>
        <p:spPr>
          <a:xfrm>
            <a:off x="6709718" y="3628156"/>
            <a:ext cx="3785616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/>
              <a:t>Acceptance Criteria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Mood data stored correctly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AI generates stress output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Dashboard updates in real-time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Alerts triggered correctly</a:t>
            </a:r>
          </a:p>
        </p:txBody>
      </p:sp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Proof of Concept (PoC) / Prototype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E6CD-28A4-0547-FCFA-8E8B38A7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773936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Show  demo</a:t>
            </a: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2630</TotalTime>
  <Words>596</Words>
  <Application>Microsoft Office PowerPoint</Application>
  <PresentationFormat>Widescreen</PresentationFormat>
  <Paragraphs>142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Roboto Medium</vt:lpstr>
      <vt:lpstr>Symbol</vt:lpstr>
      <vt:lpstr>Times New Roman</vt:lpstr>
      <vt:lpstr>1_Office Theme</vt:lpstr>
      <vt:lpstr>PowerPoint Presentation</vt:lpstr>
      <vt:lpstr>Team members &amp; roles</vt:lpstr>
      <vt:lpstr> Modified Problem Statement</vt:lpstr>
      <vt:lpstr> User/ Customer Understanding</vt:lpstr>
      <vt:lpstr>Ideal Customer Profile (ICP)</vt:lpstr>
      <vt:lpstr>Customer Persona (CP)</vt:lpstr>
      <vt:lpstr>Customer Persona (CP)</vt:lpstr>
      <vt:lpstr> Product USP</vt:lpstr>
      <vt:lpstr> Use Cases &amp; High level Requirements</vt:lpstr>
      <vt:lpstr> Proof of Concept (PoC) / 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shaik sultan</cp:lastModifiedBy>
  <cp:revision>4</cp:revision>
  <dcterms:created xsi:type="dcterms:W3CDTF">2025-09-17T04:00:39Z</dcterms:created>
  <dcterms:modified xsi:type="dcterms:W3CDTF">2026-03-25T18:15:37Z</dcterms:modified>
</cp:coreProperties>
</file>